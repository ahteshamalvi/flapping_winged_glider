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3657600" cx="1143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152">
          <p15:clr>
            <a:srgbClr val="747775"/>
          </p15:clr>
        </p15:guide>
        <p15:guide id="2" pos="360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152" orient="horz"/>
        <p:guide pos="360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-1928541" y="685800"/>
            <a:ext cx="1071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ed22061dc6_0_12:notes"/>
          <p:cNvSpPr/>
          <p:nvPr>
            <p:ph idx="2" type="sldImg"/>
          </p:nvPr>
        </p:nvSpPr>
        <p:spPr>
          <a:xfrm>
            <a:off x="-1928541" y="685800"/>
            <a:ext cx="1071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ed22061dc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89635" y="529476"/>
            <a:ext cx="10650600" cy="145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89625" y="2015378"/>
            <a:ext cx="10650600" cy="5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0590572" y="3316065"/>
            <a:ext cx="685800" cy="27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89625" y="1529493"/>
            <a:ext cx="10650600" cy="59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0590572" y="3316065"/>
            <a:ext cx="685800" cy="27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89625" y="316462"/>
            <a:ext cx="10650600" cy="4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89625" y="819538"/>
            <a:ext cx="10650600" cy="24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0590572" y="3316065"/>
            <a:ext cx="685800" cy="27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89625" y="316462"/>
            <a:ext cx="10650600" cy="4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89625" y="819538"/>
            <a:ext cx="4999800" cy="24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6040500" y="819538"/>
            <a:ext cx="4999800" cy="24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0590572" y="3316065"/>
            <a:ext cx="685800" cy="27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89625" y="316462"/>
            <a:ext cx="10650600" cy="4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0590572" y="3316065"/>
            <a:ext cx="685800" cy="27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89625" y="395093"/>
            <a:ext cx="3510000" cy="5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89625" y="988160"/>
            <a:ext cx="3510000" cy="22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0590572" y="3316065"/>
            <a:ext cx="685800" cy="27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612813" y="320107"/>
            <a:ext cx="7959900" cy="29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0590572" y="3316065"/>
            <a:ext cx="685800" cy="27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715000" y="-89"/>
            <a:ext cx="5715000" cy="365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31875" y="876924"/>
            <a:ext cx="5056500" cy="105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31875" y="1993298"/>
            <a:ext cx="5056500" cy="8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6174375" y="514898"/>
            <a:ext cx="4796400" cy="26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0590572" y="3316065"/>
            <a:ext cx="685800" cy="27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89625" y="3008409"/>
            <a:ext cx="7498500" cy="4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0590572" y="3316065"/>
            <a:ext cx="685800" cy="27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89625" y="786578"/>
            <a:ext cx="10650600" cy="13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89625" y="2241582"/>
            <a:ext cx="10650600" cy="9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0590572" y="3316065"/>
            <a:ext cx="685800" cy="27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0590572" y="3316065"/>
            <a:ext cx="685800" cy="27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9625" y="316462"/>
            <a:ext cx="10650600" cy="4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9625" y="819538"/>
            <a:ext cx="10650600" cy="24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0590572" y="3316065"/>
            <a:ext cx="6858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00" y="39400"/>
            <a:ext cx="11354225" cy="3470575"/>
          </a:xfrm>
          <a:prstGeom prst="rect">
            <a:avLst/>
          </a:prstGeom>
          <a:noFill/>
          <a:ln cap="flat" cmpd="sng" w="38100">
            <a:solidFill>
              <a:srgbClr val="0D5D84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